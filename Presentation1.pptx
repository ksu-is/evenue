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EFDC"/>
    <a:srgbClr val="82B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680CA-38E4-EFC4-8DE3-6302B0CBB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F2E1BE-3DDE-227D-09F7-7BE4A0900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F1FC4-07B7-F24E-B91F-60E1B2EF1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0EB7C-E22A-4900-AA95-68DDA051E06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EB335-798A-775E-9172-028DFE856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07B7C-A997-0A06-B57E-CE580882D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B495B-9BEF-42E6-881B-53B41254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BC252-28EC-E955-9524-A74CC5F14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DBA05-1D99-5E5C-9FB1-241416407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6E350-6617-9BF2-0A17-1DC1AABE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0EB7C-E22A-4900-AA95-68DDA051E06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24C8-E3B2-C772-3881-0C1BEF7C9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9663D-7EA6-FC21-AA9D-6E4E42FCC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B495B-9BEF-42E6-881B-53B41254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5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DDF26-7534-5872-D675-48C5D6A5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3718F-8B09-5C31-45CE-81DAADC16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0D1E2-AC8B-D25E-5C07-A41111B18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0EB7C-E22A-4900-AA95-68DDA051E06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19DF1-A60B-CB84-B50A-7CB274311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6667F-478A-6391-FFF5-D9B88253A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B495B-9BEF-42E6-881B-53B41254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261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7D7F2-B957-7F1C-214D-53E75AC19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B08F3-2384-32EA-53F8-85173BD600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2BDB5-DFCB-57B9-FC95-C8E86160A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78275A-F791-673B-E285-F3C183D51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0EB7C-E22A-4900-AA95-68DDA051E06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26F32-909B-DFA3-1827-3FB84CDAC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2E545-02DD-0F03-9D77-E22BAD91C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B495B-9BEF-42E6-881B-53B41254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0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0E048-2D31-3F4D-11B4-A4D742D22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78BA2-1EB7-AA82-5470-6CE92ACE5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E1745-A0AB-D55E-B2D2-99279C095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AD685-D11E-778A-F833-E8C06A6CF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7F62CD-EB81-5612-CA77-12132E9984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1212F1-7866-A2C4-BB7B-C2BBDE14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0EB7C-E22A-4900-AA95-68DDA051E06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2235A0-FC3F-9C38-9913-953D5B8F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3B0C5E-A2BD-9D38-3C5E-AC106C0EE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B495B-9BEF-42E6-881B-53B41254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70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2FFF4-D4B3-6D89-F2AF-6F8616BD4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6ED153-9BE5-79F8-5D17-F3BA527F0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0EB7C-E22A-4900-AA95-68DDA051E06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17613D-DB32-081C-FD26-A3B06F50D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1E2CD5-B6D1-D858-8101-529F75F8F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B495B-9BEF-42E6-881B-53B41254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331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DC4789-896D-D92D-C536-88A57752A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0EB7C-E22A-4900-AA95-68DDA051E06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FC3C3F-2D0A-15D9-F317-CAB3869FA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E31B8-F1A9-59E7-FC4F-6782E79CF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B495B-9BEF-42E6-881B-53B41254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4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72DCC-F044-4822-3876-E9C9EE56D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C4E23-BD3E-89C5-6A9C-C0B945AF0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8D374-069E-3491-486E-81C3DFED6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E0E5C-E36D-FB4A-916F-7F9D7E5E1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0EB7C-E22A-4900-AA95-68DDA051E06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C33F8-610B-B7FC-DB49-2BD03B8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51216-7BF9-29C6-0DDD-24513B11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B495B-9BEF-42E6-881B-53B41254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92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B8CB5-3874-F757-6357-7C4F215FD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B00897-6DB1-34E1-E83B-2273569FB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DEAF9-D975-21AF-687D-DC682928A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8EA900-D40A-9739-10B6-5C1A092FB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0EB7C-E22A-4900-AA95-68DDA051E06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71FFC-BB98-7BD1-BA23-0E7AFF692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5E70D-AEE8-098C-44DF-B47C6A51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B495B-9BEF-42E6-881B-53B41254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704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5927E-BC0F-9D80-1BE9-EC89B5DA9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AB163-C483-F444-0FE2-8A87116FE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64F28-D958-648C-587C-8E8344A47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0EB7C-E22A-4900-AA95-68DDA051E06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947CE-0AA2-7FC5-34E6-B08A85C1D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463B2-4D95-1E99-C2B3-CA235CF53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B495B-9BEF-42E6-881B-53B41254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11CF3-5D91-2AC6-55B0-7547223CCD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16940-A917-4DDF-F0E7-A51BF9FC9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6FB58-2B08-D4A7-F955-BDEBEF03C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0EB7C-E22A-4900-AA95-68DDA051E06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9A1D9-766B-CB0E-94C9-2CE11D02F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380D0-F2E8-6AD5-18E1-870B7A3E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B495B-9BEF-42E6-881B-53B41254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56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624FB3-8306-5B80-B93A-CCE001D90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D31D7-F48B-B533-9E5E-BACD9C78D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29A1B-FAFA-5B5C-6717-350E9E4308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70EB7C-E22A-4900-AA95-68DDA051E06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7F0B1-1E48-AF1B-9593-2379BF1987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DFA64-9BB8-553C-B69E-3E320CA53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7B495B-9BEF-42E6-881B-53B41254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40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Beveled 3">
            <a:extLst>
              <a:ext uri="{FF2B5EF4-FFF2-40B4-BE49-F238E27FC236}">
                <a16:creationId xmlns:a16="http://schemas.microsoft.com/office/drawing/2014/main" id="{ED7EAC72-1E68-217B-A2C3-02F5E937F8DE}"/>
              </a:ext>
            </a:extLst>
          </p:cNvPr>
          <p:cNvSpPr/>
          <p:nvPr/>
        </p:nvSpPr>
        <p:spPr>
          <a:xfrm>
            <a:off x="267093" y="181218"/>
            <a:ext cx="3487918" cy="2177592"/>
          </a:xfrm>
          <a:prstGeom prst="bevel">
            <a:avLst/>
          </a:prstGeom>
          <a:solidFill>
            <a:srgbClr val="82BC3B"/>
          </a:solidFill>
          <a:ln>
            <a:solidFill>
              <a:schemeClr val="bg2"/>
            </a:solidFill>
          </a:ln>
          <a:effectLst>
            <a:innerShdw blurRad="114300">
              <a:prstClr val="black"/>
            </a:innerShdw>
          </a:effectLst>
          <a:scene3d>
            <a:camera prst="orthographicFront"/>
            <a:lightRig rig="freezing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B5F61D8-6957-26F1-FA65-D32B6E5C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90668"/>
            <a:ext cx="2780907" cy="535011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0" name="Picture 9" descr="A black screen with many lines&#10;&#10;AI-generated content may be incorrect.">
            <a:extLst>
              <a:ext uri="{FF2B5EF4-FFF2-40B4-BE49-F238E27FC236}">
                <a16:creationId xmlns:a16="http://schemas.microsoft.com/office/drawing/2014/main" id="{976F6BBC-2668-DB17-F422-21CDA3DAF2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8" t="38154" r="55111" b="49104"/>
          <a:stretch>
            <a:fillRect/>
          </a:stretch>
        </p:blipFill>
        <p:spPr>
          <a:xfrm>
            <a:off x="3601039" y="5844123"/>
            <a:ext cx="5459690" cy="81070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789199F-815E-D98E-A416-277F698C11C7}"/>
              </a:ext>
            </a:extLst>
          </p:cNvPr>
          <p:cNvSpPr/>
          <p:nvPr/>
        </p:nvSpPr>
        <p:spPr>
          <a:xfrm>
            <a:off x="5571241" y="5863473"/>
            <a:ext cx="330503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#A preliminary definition </a:t>
            </a:r>
            <a:r>
              <a:rPr lang="en-US" sz="1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for a button function </a:t>
            </a:r>
            <a:r>
              <a:rPr lang="en-US" sz="1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on the main interface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CADF02-6E64-8444-51C7-9319ED494005}"/>
              </a:ext>
            </a:extLst>
          </p:cNvPr>
          <p:cNvSpPr/>
          <p:nvPr/>
        </p:nvSpPr>
        <p:spPr>
          <a:xfrm>
            <a:off x="582506" y="458455"/>
            <a:ext cx="28248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EVENUE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372C89-63D2-D796-9401-100119988F1D}"/>
              </a:ext>
            </a:extLst>
          </p:cNvPr>
          <p:cNvSpPr/>
          <p:nvPr/>
        </p:nvSpPr>
        <p:spPr>
          <a:xfrm>
            <a:off x="582506" y="1428223"/>
            <a:ext cx="273312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3175">
                  <a:solidFill>
                    <a:srgbClr val="96EFDC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 project by Christina Weir</a:t>
            </a:r>
          </a:p>
          <a:p>
            <a:pPr algn="ctr"/>
            <a:r>
              <a:rPr lang="en-US" sz="1400" b="1" dirty="0">
                <a:ln w="3175">
                  <a:solidFill>
                    <a:srgbClr val="96EFDC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https://github.com/ksu-is/evenue</a:t>
            </a:r>
          </a:p>
        </p:txBody>
      </p:sp>
      <p:pic>
        <p:nvPicPr>
          <p:cNvPr id="18" name="Picture 17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C8A49B7F-649B-1A56-0373-310F816B5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5" y="3882047"/>
            <a:ext cx="3487918" cy="279473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5A6E72A-4485-EC9A-34F1-F3520A39D6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911" y="226032"/>
            <a:ext cx="3956177" cy="222973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7E7345D-7C2B-6380-12EE-A6A357646270}"/>
              </a:ext>
            </a:extLst>
          </p:cNvPr>
          <p:cNvSpPr/>
          <p:nvPr/>
        </p:nvSpPr>
        <p:spPr>
          <a:xfrm>
            <a:off x="380866" y="2639273"/>
            <a:ext cx="829024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Create a culture for your venue presence online. </a:t>
            </a:r>
          </a:p>
          <a:p>
            <a:pPr algn="ctr"/>
            <a:r>
              <a:rPr lang="en-U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Sell merch directly to the patrons who love your venue’s brand and...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4C72B6-EFB0-7217-A435-7803AF526317}"/>
              </a:ext>
            </a:extLst>
          </p:cNvPr>
          <p:cNvSpPr/>
          <p:nvPr/>
        </p:nvSpPr>
        <p:spPr>
          <a:xfrm>
            <a:off x="1110645" y="4120065"/>
            <a:ext cx="2632654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#A preliminary login function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50EA30-4EF9-DADF-1F91-FA9B15B79507}"/>
              </a:ext>
            </a:extLst>
          </p:cNvPr>
          <p:cNvSpPr/>
          <p:nvPr/>
        </p:nvSpPr>
        <p:spPr>
          <a:xfrm>
            <a:off x="5252301" y="677363"/>
            <a:ext cx="330503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#A preliminary interface </a:t>
            </a:r>
          </a:p>
          <a:p>
            <a:pPr algn="ctr"/>
            <a:r>
              <a:rPr lang="en-US" sz="1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set up with icon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635EA7-0FC9-F11C-4B2D-10D7E8C74C61}"/>
              </a:ext>
            </a:extLst>
          </p:cNvPr>
          <p:cNvSpPr/>
          <p:nvPr/>
        </p:nvSpPr>
        <p:spPr>
          <a:xfrm>
            <a:off x="3598683" y="4023104"/>
            <a:ext cx="5203596" cy="1477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Notify patrons of events that may interest them.</a:t>
            </a:r>
          </a:p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Share content that will drive both interest, and sales.</a:t>
            </a:r>
          </a:p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Provide an easy interface for patrons to learn all there is you have to offer. </a:t>
            </a:r>
            <a:endParaRPr lang="en-US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40532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98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Christina Weir</dc:creator>
  <cp:lastModifiedBy>Christina Weir</cp:lastModifiedBy>
  <cp:revision>1</cp:revision>
  <dcterms:created xsi:type="dcterms:W3CDTF">2025-12-01T16:39:40Z</dcterms:created>
  <dcterms:modified xsi:type="dcterms:W3CDTF">2025-12-01T18:04:39Z</dcterms:modified>
</cp:coreProperties>
</file>